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18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304800"/>
            <a:ext cx="26670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i="1" dirty="0">
                <a:solidFill>
                  <a:schemeClr val="tx1"/>
                </a:solidFill>
              </a:rPr>
              <a:t>market_price_edpgw_service_discovery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05200" y="304800"/>
            <a:ext cx="19812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 dirty="0">
                <a:solidFill>
                  <a:schemeClr val="tx1"/>
                </a:solidFill>
              </a:rPr>
              <a:t>RESTConnectionController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781800" y="304800"/>
            <a:ext cx="18288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 dirty="0">
                <a:solidFill>
                  <a:schemeClr val="tx1"/>
                </a:solidFill>
              </a:rPr>
              <a:t>Refinitiv Data Platform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543800" y="914400"/>
            <a:ext cx="152400" cy="411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/>
          <p:cNvGrpSpPr/>
          <p:nvPr/>
        </p:nvGrpSpPr>
        <p:grpSpPr>
          <a:xfrm>
            <a:off x="1600200" y="838200"/>
            <a:ext cx="5943600" cy="990600"/>
            <a:chOff x="1600200" y="838200"/>
            <a:chExt cx="5943600" cy="990600"/>
          </a:xfrm>
        </p:grpSpPr>
        <p:sp>
          <p:nvSpPr>
            <p:cNvPr id="9" name="Rectangle 8"/>
            <p:cNvSpPr/>
            <p:nvPr/>
          </p:nvSpPr>
          <p:spPr>
            <a:xfrm>
              <a:off x="4419600" y="914400"/>
              <a:ext cx="152400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>
              <a:off x="1600200" y="1143000"/>
              <a:ext cx="28194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2514600" y="838200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getToken()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4572000" y="1143000"/>
              <a:ext cx="2971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4724400" y="909935"/>
              <a:ext cx="2819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HTTP POST: /auth/oauth2/{v}/token</a:t>
              </a:r>
            </a:p>
            <a:p>
              <a:endParaRPr lang="en-US" sz="1200" dirty="0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H="1">
              <a:off x="4572000" y="1676400"/>
              <a:ext cx="2971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H="1">
              <a:off x="1600200" y="1676400"/>
              <a:ext cx="28194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4953000" y="1447800"/>
              <a:ext cx="1905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Authentication information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752600" y="1447800"/>
              <a:ext cx="2438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EDPREST_getTokenSuccess event</a:t>
              </a:r>
            </a:p>
          </p:txBody>
        </p:sp>
      </p:grpSp>
      <p:cxnSp>
        <p:nvCxnSpPr>
          <p:cNvPr id="31" name="Straight Arrow Connector 30"/>
          <p:cNvCxnSpPr/>
          <p:nvPr/>
        </p:nvCxnSpPr>
        <p:spPr>
          <a:xfrm>
            <a:off x="1600200" y="2362200"/>
            <a:ext cx="28194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209800" y="2057400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getServiceDiscovery()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19600" y="2133600"/>
            <a:ext cx="152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4572000" y="2362200"/>
            <a:ext cx="29718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4572000" y="2895600"/>
            <a:ext cx="29718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800600" y="2133600"/>
            <a:ext cx="259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 GET: /streaming/pricing/{v}/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2667000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ERT in Cloud information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2667000"/>
            <a:ext cx="2743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EDP_RESTgetServiceDiscoverySuccess event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 flipH="1">
            <a:off x="1600200" y="2895600"/>
            <a:ext cx="28194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/>
          <p:cNvGrpSpPr/>
          <p:nvPr/>
        </p:nvGrpSpPr>
        <p:grpSpPr>
          <a:xfrm>
            <a:off x="1600200" y="3581400"/>
            <a:ext cx="5943600" cy="990600"/>
            <a:chOff x="1600200" y="838200"/>
            <a:chExt cx="5943600" cy="990600"/>
          </a:xfrm>
        </p:grpSpPr>
        <p:sp>
          <p:nvSpPr>
            <p:cNvPr id="59" name="Rectangle 58"/>
            <p:cNvSpPr/>
            <p:nvPr/>
          </p:nvSpPr>
          <p:spPr>
            <a:xfrm>
              <a:off x="4419600" y="914400"/>
              <a:ext cx="152400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Straight Arrow Connector 59"/>
            <p:cNvCxnSpPr/>
            <p:nvPr/>
          </p:nvCxnSpPr>
          <p:spPr>
            <a:xfrm>
              <a:off x="1600200" y="1143000"/>
              <a:ext cx="28194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1828800" y="838200"/>
              <a:ext cx="2819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getToken() invalid user or password</a:t>
              </a:r>
            </a:p>
          </p:txBody>
        </p:sp>
        <p:cxnSp>
          <p:nvCxnSpPr>
            <p:cNvPr id="62" name="Straight Arrow Connector 61"/>
            <p:cNvCxnSpPr/>
            <p:nvPr/>
          </p:nvCxnSpPr>
          <p:spPr>
            <a:xfrm>
              <a:off x="4572000" y="1143000"/>
              <a:ext cx="2971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 flipH="1">
              <a:off x="4572000" y="1676400"/>
              <a:ext cx="2971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 flipH="1">
              <a:off x="1600200" y="1676400"/>
              <a:ext cx="28194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4953000" y="1447800"/>
              <a:ext cx="1905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Authentication fail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905000" y="1447800"/>
              <a:ext cx="2438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EDPREST_getTokenFail event</a:t>
              </a:r>
            </a:p>
          </p:txBody>
        </p:sp>
      </p:grpSp>
      <p:sp>
        <p:nvSpPr>
          <p:cNvPr id="68" name="Rectangle 67"/>
          <p:cNvSpPr/>
          <p:nvPr/>
        </p:nvSpPr>
        <p:spPr>
          <a:xfrm>
            <a:off x="1066800" y="3276600"/>
            <a:ext cx="7086600" cy="1905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1066800" y="3276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447800" y="914400"/>
            <a:ext cx="152400" cy="411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/>
          <p:cNvCxnSpPr>
            <a:endCxn id="70" idx="0"/>
          </p:cNvCxnSpPr>
          <p:nvPr/>
        </p:nvCxnSpPr>
        <p:spPr>
          <a:xfrm>
            <a:off x="1524000" y="685800"/>
            <a:ext cx="0" cy="22860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495800" y="685800"/>
            <a:ext cx="0" cy="22860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7620000" y="685800"/>
            <a:ext cx="0" cy="22860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724400" y="3653135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 POST: /auth/oauth2/{v}/token</a:t>
            </a:r>
          </a:p>
          <a:p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1600" y="228600"/>
            <a:ext cx="6553200" cy="1371600"/>
          </a:xfrm>
          <a:prstGeom prst="rect">
            <a:avLst/>
          </a:prstGeom>
          <a:solidFill>
            <a:schemeClr val="bg1">
              <a:lumMod val="7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057400" y="914400"/>
            <a:ext cx="2209800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RDP</a:t>
            </a:r>
          </a:p>
        </p:txBody>
      </p:sp>
      <p:sp>
        <p:nvSpPr>
          <p:cNvPr id="6" name="Rectangle 5"/>
          <p:cNvSpPr/>
          <p:nvPr/>
        </p:nvSpPr>
        <p:spPr>
          <a:xfrm>
            <a:off x="4876800" y="762000"/>
            <a:ext cx="2209800" cy="6096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Refinitiv Real-Time - Optimized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800" y="304800"/>
            <a:ext cx="2438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Amazon AWS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733800"/>
            <a:ext cx="6705600" cy="381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Node.js application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514600" y="1371600"/>
            <a:ext cx="0" cy="236220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962400" y="1371600"/>
            <a:ext cx="0" cy="236220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16200000">
            <a:off x="1411189" y="2322612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HTTP Authen request</a:t>
            </a:r>
          </a:p>
        </p:txBody>
      </p:sp>
      <p:sp>
        <p:nvSpPr>
          <p:cNvPr id="17" name="TextBox 16"/>
          <p:cNvSpPr txBox="1"/>
          <p:nvPr/>
        </p:nvSpPr>
        <p:spPr>
          <a:xfrm rot="16200000">
            <a:off x="2668490" y="2208311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HTTP VIPs request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6019800" y="1371600"/>
            <a:ext cx="0" cy="2362200"/>
          </a:xfrm>
          <a:prstGeom prst="straightConnector1">
            <a:avLst/>
          </a:prstGeom>
          <a:ln w="38100">
            <a:solidFill>
              <a:schemeClr val="tx2"/>
            </a:solidFill>
            <a:prstDash val="solid"/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2743200" y="1371600"/>
            <a:ext cx="0" cy="236220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191000" y="1371600"/>
            <a:ext cx="0" cy="236220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 rot="16200000">
            <a:off x="5068789" y="2475011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WebSocket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94</Words>
  <Application>Microsoft Office PowerPoint</Application>
  <PresentationFormat>On-screen Show (4:3)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Waeosri, Wasin (Financial &amp; Risk)</dc:creator>
  <cp:lastModifiedBy>Waeosri, Wasin (Refinitiv)</cp:lastModifiedBy>
  <cp:revision>37</cp:revision>
  <dcterms:created xsi:type="dcterms:W3CDTF">2006-08-16T00:00:00Z</dcterms:created>
  <dcterms:modified xsi:type="dcterms:W3CDTF">2021-01-29T08:52:23Z</dcterms:modified>
</cp:coreProperties>
</file>